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6B3E"/>
                </a:solidFill>
                <a:latin typeface="Calibri"/>
              </a:rPr>
              <a:t>Beatrix Potter (1866–1943)</a:t>
            </a:r>
          </a:p>
          <a:p>
            <a:r>
              <a:rPr sz="1800" i="1">
                <a:solidFill>
                  <a:srgbClr val="5B3A29"/>
                </a:solidFill>
              </a:rPr>
              <a:t>Ingiliz bolalar yozuvchisi va rassomi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105156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607040" cy="585288941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2000">
                <a:solidFill>
                  <a:srgbClr val="5B3A29"/>
                </a:solidFill>
              </a:rPr>
              <a:t>• O'tmishda:</a:t>
            </a:r>
            <a:r>
              <a:rPr sz="1800">
                <a:solidFill>
                  <a:srgbClr val="333333"/>
                </a:solidFill>
              </a:rPr>
              <a:t>   1902-yil „Peter Rabbit ertagi“ (The Tale of Peter Rabbit) ilk bor chop etilganidan beri 100 yildan ortiq vaqt o'tdi — kitob hech qachon chop etilmagan holda qolmagan.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5B3A29"/>
                </a:solidFill>
              </a:rPr>
              <a:t>• Dunyo bo'ylab:</a:t>
            </a:r>
            <a:r>
              <a:rPr sz="1800">
                <a:solidFill>
                  <a:srgbClr val="333333"/>
                </a:solidFill>
              </a:rPr>
              <a:t>   Potter — butun tarixdagi eng ko'p sotilgan bolalar mualliflaridan biri.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5B3A29"/>
                </a:solidFill>
              </a:rPr>
              <a:t>• Ijodining mohiyati:</a:t>
            </a:r>
            <a:r>
              <a:rPr sz="1800">
                <a:solidFill>
                  <a:srgbClr val="333333"/>
                </a:solidFill>
              </a:rPr>
              <a:t>   barcha ertak va tasvirlari ingliz hayoti va qishloq manzarasini hayvonlar sarguzashtlari orqali aks ettiradi.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5B3A29"/>
                </a:solidFill>
              </a:rPr>
              <a:t>• U qasddan:</a:t>
            </a:r>
            <a:r>
              <a:rPr sz="1800">
                <a:solidFill>
                  <a:srgbClr val="333333"/>
                </a:solidFill>
              </a:rPr>
              <a:t>   Londonning o'rta sinf oilasida tug'ilgan, ilm-fan va san'atga bo'lgan ishtiyoq bilan ulg'aygan.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6B3E"/>
                </a:solidFill>
                <a:latin typeface="Calibri"/>
              </a:rPr>
              <a:t>Bolaligi va san'ati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607040" cy="585288987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Yolg'izlik:</a:t>
            </a:r>
            <a:r>
              <a:rPr sz="1700">
                <a:solidFill>
                  <a:srgbClr val="333333"/>
                </a:solidFill>
              </a:rPr>
              <a:t>   uy sharoitida tarbiyachisi bilan o'qigan, teng yoshdagi bolalar bilan kam muloqot qilgan; shu vaqtda o'z olamiga — yozuvga yo'nalgan.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Maxfiy kundalik:</a:t>
            </a:r>
            <a:r>
              <a:rPr sz="1700">
                <a:solidFill>
                  <a:srgbClr val="333333"/>
                </a:solidFill>
              </a:rPr>
              <a:t>   15 yoshida o'zi ixtiro qilgan maxfiy kodda kundalik yoza boshlagan; kod uning vafatidan 15 yil keyin yangilgan.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Tangiz rassomligi:</a:t>
            </a:r>
            <a:r>
              <a:rPr sz="1700">
                <a:solidFill>
                  <a:srgbClr val="333333"/>
                </a:solidFill>
              </a:rPr>
              <a:t>   quyon, quruqbaq va hattoki yarqon o'zi parvarishlagan; muzezalarda eskizlar chizib mahoratini oshirib borgan.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Ilmga ishtiyoq:</a:t>
            </a:r>
            <a:r>
              <a:rPr sz="1700">
                <a:solidFill>
                  <a:srgbClr val="333333"/>
                </a:solidFill>
              </a:rPr>
              <a:t>   zamburug'lar va gullarni chizgan; Kew Qirollik botanika bog'iga ayol ekanligi sababli qabul qilinmagan, biroq mikologiyaga hissa uchun e'tirof etilgan.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6B3E"/>
                </a:solidFill>
                <a:latin typeface="Calibri"/>
              </a:rPr>
              <a:t>Shaxsiy hayoti va ilk kitobi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607040" cy="585288987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Mustaqillik:</a:t>
            </a:r>
            <a:r>
              <a:rPr sz="1700">
                <a:solidFill>
                  <a:srgbClr val="333333"/>
                </a:solidFill>
              </a:rPr>
              <a:t>   ota-onasi taklif qilgan ko'plab kuyov nomzodlarini rad etdi — uy hayotiga bog'lanishni xohlamadi va umr bo'yi uylanmagan.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„Peter Rabbit ertagi“:</a:t>
            </a:r>
            <a:r>
              <a:rPr sz="1700">
                <a:solidFill>
                  <a:srgbClr val="333333"/>
                </a:solidFill>
              </a:rPr>
              <a:t>   bir necha yil rad javoblariga duch kelgach, 1902-yilda Frederick Warne &amp; Co nashriyoti tomonidan qabul qilindi (Potter 36 yoshda).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Norman Warne:</a:t>
            </a:r>
            <a:r>
              <a:rPr sz="1700">
                <a:solidFill>
                  <a:srgbClr val="333333"/>
                </a:solidFill>
              </a:rPr>
              <a:t>   eng kichik akalarini ilk loyiha sifatida topshirgan; u rasmlarni rangli bosilishini ta'minladis va kitobni bolalar uchun qulay kichik formatda saqladi — yil oxirigacha 28 000 nusxa chop etildi.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Fojiali yakun:</a:t>
            </a:r>
            <a:r>
              <a:rPr sz="1700">
                <a:solidFill>
                  <a:srgbClr val="333333"/>
                </a:solidFill>
              </a:rPr>
              <a:t>   Warne bilan unashtirilgan, lekin ota-ona ishining tufayli qarshilik ko'rsatdi; to'y bo'lmasdan Warne tanqisligi qon kasalligidan vafot etdi.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6B3E"/>
                </a:solidFill>
                <a:latin typeface="Calibri"/>
              </a:rPr>
              <a:t>Kechki yillari va merosi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607040" cy="585288987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Ko'l hududiga ko'chish:</a:t>
            </a:r>
            <a:r>
              <a:rPr sz="1700">
                <a:solidFill>
                  <a:srgbClr val="333333"/>
                </a:solidFill>
              </a:rPr>
              <a:t>   1905-yilda Shimoliy Angliyadagi Lake Districtda fermas sotib oldi va umrining qolgan qismini shu yerda o'tkazdi.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Yangi sahifa:</a:t>
            </a:r>
            <a:r>
              <a:rPr sz="1700">
                <a:solidFill>
                  <a:srgbClr val="333333"/>
                </a:solidFill>
              </a:rPr>
              <a:t>   ko'rish qobiliyati pasayishi tufayli bolalar kitoblarini yozishni to'xtatib, qo'y chorvachiligi va fermalarni asrashga bag'ishladi.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Investor:</a:t>
            </a:r>
            <a:r>
              <a:rPr sz="1700">
                <a:solidFill>
                  <a:srgbClr val="333333"/>
                </a:solidFill>
              </a:rPr>
              <a:t>   kitoblar daromadi va meros hisobiga ko'plab ishlaydigan fermalarni sotib oldi.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5B3A29"/>
                </a:solidFill>
              </a:rPr>
              <a:t>• Milliy ishonch (National Trust):</a:t>
            </a:r>
            <a:r>
              <a:rPr sz="1700">
                <a:solidFill>
                  <a:srgbClr val="333333"/>
                </a:solidFill>
              </a:rPr>
              <a:t>   vafotida 4 000 akrdan ortiq yer-ni tabiiy meros sifatida xayriya qildi — sevimli qishloq manzarasi endi minglab tashrif buyuruvchilar uchun ochiq.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